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781D277-3ECD-4FB3-85E2-BB5C27F6804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Introduce tutorial, explain walkthrough of all .gaml files, focus on understanding what each part does.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7A22762-D075-4EC0-B0BB-2A8A0A10AD5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Conceptual understanding, not programming.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CD00708-06D1-407A-9368-C5879C5BF1F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Emphasize GIS + ABM. ABM like flocking/cars with rules.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A43B74-5523-419D-9A53-3FFA8857251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Link Traffic → Emissions → Pollution.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A98E621-2830-4563-A643-5AC30D2A297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Modular architecture. Data-driven + interactive.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866A489-2C4A-4664-AE84-B276404928B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PenangAir.gaml is umbrella/conductor; modular split.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3A762C7-CC33-4BF8-9BB4-758C438CAECD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Top-level file users open to run the model.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56BD963-38A4-4495-B13B-CBFB769F19B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Separates config from behaviour.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CEA8748-0B30-4601-930E-0492E1AC96DC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init vs step/scheduling.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9B0C52A-FE10-43F9-B270-5BF1A292431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Each focuses on one behaviour; interact over time.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B3667C0-CD24-4EBF-8A04-7E0993164CC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Traffic drives emissions.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563EFC7-7348-4FF0-8252-65F98FA2B73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Spatial, simplified for learning.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56A1C82-8932-4682-BE21-41E991B4D50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Makes abstract simulation visible.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2D04306-F735-43E3-89B8-D09954F74744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Reinforce full cause–effect chain.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E8D24E8-F2A6-405E-B690-B80B7D64918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Manage expectations (educational/exploratory).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330950A-3A35-4CF8-BB90-B3936359F1B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Practical for live demo.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D7A4D16-1914-47E8-924D-F351BE571C6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Storytelling demo (Traffic → Pollution → Visualisation).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AD12561-505A-4CF6-85AD-A54D3519859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Architecture + learning value.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6BB6D45-7B1F-4DF6-863F-CD122D34EB4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 floor, encourage hands-on exploration.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EE569FA-C33F-42D1-964F-8B3D992055D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452DA2-0964-4818-ADE6-FB7A3691CAB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DCC9780-0773-46A6-94A4-D02DA28CD51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390D24B-DBF5-4B05-8CC2-9AF13868E4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37A0052-1F3B-4309-A3B1-BB312EFE96B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5E25D4-8DBA-42B2-9099-70AC48CE9C7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2C068B-7F68-4AB7-9B41-0D3C75E9F42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39AA07-C3F0-478E-BF0A-8E64ABCD216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8BC021-3537-4CA8-B038-894EE2AF132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1EA8984-C72A-415C-ACE8-4ABFF4662F6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B744BD-F21D-42E6-B526-34E094F7623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C501779-924A-4410-8977-A56433E40A8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PenangAir: An Agent-Based Air Pollution Model in GAMA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Tutorial for Beginners (No Prior GAMA Experience Needed)</a:t>
            </a:r>
            <a:endParaRPr lang="en-US" sz="3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endParaRPr lang="en-US" sz="3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Presenter: [Your Name]</a:t>
            </a:r>
            <a:endParaRPr lang="en-US" sz="3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Date: [Insert Date]</a:t>
            </a:r>
            <a:endParaRPr lang="en-US" sz="32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Learning Objectives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Explain what GAMA is and why it is used for spatial/urban simulations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Describe the real-world problem PenangAir is trying to address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Identify the main model (PenangAir.gaml) and how it connects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Explain purpose of global_vars.gaml, loadmap.gaml, main.gaml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Understand the 3 agent submodels (Traffic, Pollution, Visualization)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Describe simulation workflow (inputs → agents → outputs)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Know how to open, explore and run PenangAir in GAMA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What is GAMA?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GAMA = Geographic Agent-based Modeling Architecture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Agent-Based Modelling (ABM): Agents follow rules, patterns emerge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Spatially aware – works with real GIS maps (Shapefiles, OSM)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Built for environment &amp; cities (traffic, pollution, land use)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Visual &amp; interactive (GUI, 2D/3D, charts)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Open-source, research-oriented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 simple terms: Simulate a city with real roads and see behaviour over time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Real-World Problem: Why PenangAir?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Urban air pollution from road traffic – major health concern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Focus area: Penang, Malaysia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Aims: simulate traffic, estimate emissions, model pollutant dispersion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Visualise traffic and air pollution interactively on a real map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Explore cause–effect (more traffic → more emissions → hotspots)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Simulation: safer, cheaper, enables 'what-if' scenarios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PenangAir Model Overview (High-Level)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Core Components: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GIS Environment – Real roads/buildings/land use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Traffic Submodel – Vehicles on road network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Pollution Submodel – Emissions/pollutants from traffic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Visualization Submodel – GUI displays, maps, charts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Global Variables – Parameters, constants, switches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Main Model Logic – Init, scheduling, world setup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Model File Structure &amp; Organisation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PenangAir.gaml is the main entry point that ties everything together.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models/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├── PenangAir.gaml         ← Main model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├── global_vars.gaml       ← Global parameters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├── main.gaml              ← Setup, init, scheduling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└── agents/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├── traffic.gaml       ← Vehicle behaviour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├── pollution.gaml     ← Pollution/emissions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    └── visualization.gaml ← GUI displays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1. PenangAir.gaml (Main Model File)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Root model definition (model PenangAir)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Includes/references all other .gaml files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Defines/organises agent species and structure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Defines Experiments (GUI/batch) – launch point for users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Connects all components into one runnable model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Analogy: Conductor + table of contents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 global_vars.gaml (Global Variables &amp; Parameters)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Shared parameters: timestep, duration, speeds, counts, emission params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Flags/switches to enable/disable features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Constants and shared globals (centralised)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Change once, affects whole model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Makes assumptions explicit and reproducible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Analogy: Control panel/settings file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 main.gaml (Core Setup &amp; Simulation Flow)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Initialisation (init): runs once at start – creates agents, places them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Defines world, size, bounds, environment, timestep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Scheduling: controls when/order agents act each step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Manages agents, ensures environment ready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Integration point: map + globals + agents → working simulation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Analogy: Initialises everything, then runs step-by-step over time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Agent Submodels: Overview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Three specialised submodels in models/agents/: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traffic.gaml – Vehicle agents: Move on road network, traffic flow/activity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pollution.gaml – Pollution/emission agents/processes: Emissions from traffic, represent air pollution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visualization.gaml – Display/rendering logic: GUI: maps, agents, pollution layers, charts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 agents/traffic.gaml (Traffic Submodel)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Vehicle agents moving along road network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Navigation along real roads (GIS network, routing)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Simulates traffic flow (entry, travel, movement rules)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Generates traffic activity (source for emissions)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Realistic spatial movement (not free grid)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Takeaway: Traffic = source of emissions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 agents/pollution.gaml (Pollution Submodel)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Links pollution to traffic activity (emission source)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Represents pollutants/pollution fields in environment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Models spatial distribution/dispersion over time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Tracks pollution levels, identifies hotspots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Creates spatial pollution layer for visualisation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Chain: Traffic Activity → Emissions → Pollution Representation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 agents/visualization.gaml (Visualization Submodel)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Map displays: GIS background, roads, environment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Renders vehicles, pollution layers (colours, shapes, sizes)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Pollution visualisation with gradients (hotspots)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Charts/graphs (time-series: traffic, pollution)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UI/layout, legends, views for clarity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Interactive: observe, pause, inspect, see patterns emerge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How It All Fits Together (Workflow)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Start (PenangAir.gaml + Experiment) → Launch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Load Settings (global_vars) → Parameters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Load Geography (loadmap) → Penang map + road network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Initialise (main.init) → Create agents on map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Simulate over time (Scheduler/Steps)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Traffic Moves (traffic) → Vehicles generate activity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Pollution Updates (pollution) → Emissions/pollution updated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Visualise (visualization) → Map/charts update in real-time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Observe Outputs → Patterns, hotspots, trends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Core: Real Map → Vehicles → Activity → Emissions → Pollution → Visualisation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Data, Inputs &amp; Assumptions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Input: GIS files in includes/ (roads, spatial layers) – real geography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Parameters: global_vars.gaml, adjustable via experiments (what-if)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Simplified: focuses on traffic–emissions–pollution (educational)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Rule-based agents (ABM: emergence over detail)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Modular &amp; teachable for non-GAMA audiences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Running PenangAir in GAMA (Step-by-Step)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Prereq: GAMA Platform (https://gama-platform.org/)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Open GAMA, Import Existing Project → Select PenangAir folder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Open models/PenangAir.gaml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Find GUI experiment inside PenangAir.gaml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Run experiment (Right-click → Run or Play)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Interact with map, displays, charts (Play/Pause/Step/Parameters)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Tips: Default params, observe first, use Pause/Step to learn slowly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Demo &amp; What to Look For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Initial state: Loaded Penang map, roads, environment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Vehicle movement: traffic.gaml – flow over time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Pollution visualisation: pollution.gaml + visualization.gaml – hotspots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Time evolution: charts update over time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Cause–effect: traffic activity → pollution response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Ref: Screenshot 2026-10-02 at 11.05.38.png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Discuss: Where hotspots? Why? Traffic→pollution link? Simplifications?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Key Takeaways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Modular: 6 logical files – easy to understand, teach, extend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GAMA + GIS + ABM: real geography + agent behaviour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Separation of concerns: config/space/orchestration/source/impact/insight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Source–Impact chain: Traffic → Emissions → Pollution (transparent)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Educational &amp; exploratory: good for beginners &amp; demos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Reusable structure for other urban ABM models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Q&amp;A + References &amp; Further Reading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GAMA Platform: https://gama-platform.org/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GAMA Docs: https://gama-platform.org/wiki/Home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ABM: https://en.wikipedia.org/wiki/Agent-based_model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Project: README.md, PenangAir_model_and_guide.docx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Further: GAMA tutorials, tweak global_vars.gaml, explore visualization.gaml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Thank You!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2026-10-06T21:28:57Z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